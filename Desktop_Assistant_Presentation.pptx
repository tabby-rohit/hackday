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4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99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3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1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0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1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6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1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4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0205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40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19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5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9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6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60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F2C5-D8E8-4AAD-A28B-5BE700EF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2962" y="237068"/>
            <a:ext cx="4608743" cy="2489200"/>
          </a:xfrm>
        </p:spPr>
        <p:txBody>
          <a:bodyPr/>
          <a:lstStyle/>
          <a:p>
            <a:r>
              <a:rPr lang="en-US" b="1" i="1" u="sng" dirty="0"/>
              <a:t>Desktop</a:t>
            </a:r>
            <a:r>
              <a:rPr lang="en-US" dirty="0"/>
              <a:t> </a:t>
            </a:r>
            <a:r>
              <a:rPr lang="en-US" b="1" i="1" u="sng" dirty="0"/>
              <a:t>assistant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97ECE-C30D-C1DD-D4A4-D828EEFED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3E135-2ACB-85F3-6524-2826845DF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141132"/>
            <a:ext cx="8246533" cy="360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28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Desktop Assistant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 desktop assistant that helps students manage tasks, study efficiently, and stay organized.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305ADF8-6ADD-F102-F9E3-967B05293B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3742267" cy="374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6F1A579-1AB1-C2B2-BDE7-C1D2909F1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EB555AE-0AB0-6A4F-52AD-A47BADF755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FBB030D9-D079-998A-09C0-9D3918CE6E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5219AD9-0B29-AE34-724D-FB8CE3BD1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DDF4B028-9641-BD75-C1EE-4D6962CCE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D1E4AEFA-0653-830A-6785-E714FCDDF3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1600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16">
            <a:extLst>
              <a:ext uri="{FF2B5EF4-FFF2-40B4-BE49-F238E27FC236}">
                <a16:creationId xmlns:a16="http://schemas.microsoft.com/office/drawing/2014/main" id="{35777D21-65EB-65EB-E8DA-D9DF156831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19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8">
            <a:extLst>
              <a:ext uri="{FF2B5EF4-FFF2-40B4-BE49-F238E27FC236}">
                <a16:creationId xmlns:a16="http://schemas.microsoft.com/office/drawing/2014/main" id="{E641171D-FDB9-A029-3F99-876842053F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4343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2F46E0-2C1C-5548-A0AF-ADD8D2C8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898" y="3276600"/>
            <a:ext cx="408093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Desktop Assistant?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that runs on your computer</a:t>
            </a:r>
          </a:p>
          <a:p>
            <a:r>
              <a:t>• Uses AI to assist with daily tasks</a:t>
            </a:r>
          </a:p>
          <a:p>
            <a:r>
              <a:t>• Can respond to voice/text commands</a:t>
            </a:r>
          </a:p>
          <a:p>
            <a:r>
              <a:t>• Example: reminders, notes,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 management</a:t>
            </a:r>
          </a:p>
          <a:p>
            <a:r>
              <a:t>• Study reminders</a:t>
            </a:r>
          </a:p>
          <a:p>
            <a:r>
              <a:t>• File organization</a:t>
            </a:r>
          </a:p>
          <a:p>
            <a:r>
              <a:t>• Voice commands</a:t>
            </a:r>
          </a:p>
          <a:p>
            <a:r>
              <a:t>• Quick information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Helps in Time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 reminders for classes and deadlines</a:t>
            </a:r>
          </a:p>
          <a:p>
            <a:r>
              <a:t>• Create daily schedules</a:t>
            </a:r>
          </a:p>
          <a:p>
            <a:r>
              <a:t>• Avoid procrastination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Improves Study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Quick access to notes</a:t>
            </a:r>
          </a:p>
          <a:p>
            <a:r>
              <a:t>• Summarizes topics</a:t>
            </a:r>
          </a:p>
          <a:p>
            <a:r>
              <a:t>• Helps revise concepts faster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Reduces Distractions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Blocks distracting apps</a:t>
            </a:r>
          </a:p>
          <a:p>
            <a:r>
              <a:t>• Sends focus alerts</a:t>
            </a:r>
          </a:p>
          <a:p>
            <a:r>
              <a:t>• Encourages study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Answers academic questions</a:t>
            </a:r>
          </a:p>
          <a:p>
            <a:r>
              <a:t>• Explains concepts</a:t>
            </a:r>
          </a:p>
          <a:p>
            <a:r>
              <a:t>• Provides examples and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Keeps files sorted</a:t>
            </a:r>
          </a:p>
          <a:p>
            <a:r>
              <a:t>• Tracks assignments</a:t>
            </a:r>
          </a:p>
          <a:p>
            <a:r>
              <a:t>• Stores notes in one 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AI tutors</a:t>
            </a:r>
          </a:p>
          <a:p>
            <a:r>
              <a:t>• Personalized learning plans</a:t>
            </a:r>
          </a:p>
          <a:p>
            <a:r>
              <a:t>• Voice-controlled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desktop assistant can significantly improve productivity, learning efficiency, and organization for students.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186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Desktop assistant </vt:lpstr>
      <vt:lpstr>Desktop Assistant for Students</vt:lpstr>
      <vt:lpstr>What is a Desktop Assistant?</vt:lpstr>
      <vt:lpstr>Key Features</vt:lpstr>
      <vt:lpstr>Helps in Time Management</vt:lpstr>
      <vt:lpstr>Improves Study Efficiency</vt:lpstr>
      <vt:lpstr>Reduces Distractions</vt:lpstr>
      <vt:lpstr>Supports Learning</vt:lpstr>
      <vt:lpstr>Organization Benefits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Bellikatti</cp:lastModifiedBy>
  <cp:revision>2</cp:revision>
  <dcterms:created xsi:type="dcterms:W3CDTF">2013-01-27T09:14:16Z</dcterms:created>
  <dcterms:modified xsi:type="dcterms:W3CDTF">2026-02-14T17:19:56Z</dcterms:modified>
  <cp:category/>
</cp:coreProperties>
</file>